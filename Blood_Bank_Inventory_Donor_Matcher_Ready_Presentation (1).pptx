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iteamwork@outlook.com" userId="a1fc601aaf748686" providerId="LiveId" clId="{6C24F68F-110A-4B1F-B45C-4AEB5DDC8AFB}"/>
    <pc:docChg chg="modSld">
      <pc:chgData name="joshiteamwork@outlook.com" userId="a1fc601aaf748686" providerId="LiveId" clId="{6C24F68F-110A-4B1F-B45C-4AEB5DDC8AFB}" dt="2026-10-16T02:06:44.849" v="2" actId="1035"/>
      <pc:docMkLst>
        <pc:docMk/>
      </pc:docMkLst>
      <pc:sldChg chg="modSp mod">
        <pc:chgData name="joshiteamwork@outlook.com" userId="a1fc601aaf748686" providerId="LiveId" clId="{6C24F68F-110A-4B1F-B45C-4AEB5DDC8AFB}" dt="2026-10-16T02:06:44.849" v="2" actId="1035"/>
        <pc:sldMkLst>
          <pc:docMk/>
          <pc:sldMk cId="0" sldId="270"/>
        </pc:sldMkLst>
        <pc:spChg chg="mod">
          <ac:chgData name="joshiteamwork@outlook.com" userId="a1fc601aaf748686" providerId="LiveId" clId="{6C24F68F-110A-4B1F-B45C-4AEB5DDC8AFB}" dt="2026-10-16T02:06:44.849" v="2" actId="1035"/>
          <ac:spMkLst>
            <pc:docMk/>
            <pc:sldMk cId="0" sldId="270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09760" y="0"/>
            <a:ext cx="2681935" cy="685800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55480" y="1371600"/>
            <a:ext cx="1325880" cy="13258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9738360" y="685800"/>
            <a:ext cx="960120" cy="1280160"/>
          </a:xfrm>
          <a:prstGeom prst="triangl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640080"/>
            <a:ext cx="7589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 i="0">
                <a:solidFill>
                  <a:srgbClr val="FFCFD2"/>
                </a:solidFill>
                <a:latin typeface="Aptos"/>
              </a:defRPr>
            </a:pPr>
            <a:r>
              <a:t>JAVA PROJECT  •  PROBLEM SOLVING USING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7772400" cy="2331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Blood Bank</a:t>
            </a:r>
          </a:p>
          <a:p>
            <a:pPr>
              <a:spcAft>
                <a:spcPts val="7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Inventory &amp;</a:t>
            </a:r>
          </a:p>
          <a:p>
            <a:pPr>
              <a:spcAft>
                <a:spcPts val="7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Donor Matcher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77639"/>
            <a:ext cx="7452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FFEBEC"/>
                </a:solidFill>
                <a:latin typeface="Aptos"/>
              </a:defRPr>
            </a:pPr>
            <a:r>
              <a:t>A Java-based learning prototype for organizing donor details,</a:t>
            </a:r>
          </a:p>
          <a:p>
            <a:pPr>
              <a:spcAft>
                <a:spcPts val="700"/>
              </a:spcAft>
              <a:defRPr sz="1700" b="0" i="0">
                <a:solidFill>
                  <a:srgbClr val="FFEBEC"/>
                </a:solidFill>
                <a:latin typeface="Aptos"/>
              </a:defRPr>
            </a:pPr>
            <a:r>
              <a:t>viewing blood stock, and demonstrating donor matching.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5074920"/>
            <a:ext cx="7040880" cy="22860"/>
          </a:xfrm>
          <a:prstGeom prst="rect">
            <a:avLst/>
          </a:prstGeom>
          <a:solidFill>
            <a:srgbClr val="E66970"/>
          </a:solidFill>
          <a:ln>
            <a:solidFill>
              <a:srgbClr val="E6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532180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FFCFD2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623560"/>
            <a:ext cx="7223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N. Joshi  •  Maahir  •  Krishna Chaitanya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053328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 i="0">
                <a:solidFill>
                  <a:srgbClr val="FFEBEC"/>
                </a:solidFill>
                <a:latin typeface="Aptos"/>
              </a:defRPr>
            </a:pPr>
            <a:r>
              <a:t>N. Joshi (2620090010)  |  Maahir (2620090064)  |  Krishna Chaitanya (2620080094)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516636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KL Deemed to be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Abstract &amp;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61872"/>
            <a:ext cx="10698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000" b="1" i="0">
                <a:solidFill>
                  <a:srgbClr val="690A14"/>
                </a:solidFill>
                <a:latin typeface="Aptos"/>
              </a:defRPr>
            </a:pPr>
            <a:r>
              <a:t>The project demonstrates how Java can support a simple blood-bank workflow through structured records, basic decision-making, and organized inventory.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2331720"/>
            <a:ext cx="68580" cy="205740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780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3"/>
            <a:ext cx="304495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Donor details and blood stock must be organized so information can be found clearly.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331720"/>
            <a:ext cx="68580" cy="205740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4780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889503"/>
            <a:ext cx="304495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A menu-driven Java application models donor registration, stock viewing, and matching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33172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5008" y="2331720"/>
            <a:ext cx="68580" cy="2057400"/>
          </a:xfrm>
          <a:prstGeom prst="rect">
            <a:avLst/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6" y="24780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889503"/>
            <a:ext cx="304495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A modular academic prototype that connects programming concepts to a practical scenario.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424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1">
                <a:solidFill>
                  <a:srgbClr val="646A74"/>
                </a:solidFill>
                <a:latin typeface="Aptos"/>
              </a:defRPr>
            </a:pPr>
            <a:r>
              <a:t>The application is a learning model. Real donor eligibility and blood transfusion decisions require approved medical screening and procedures.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5212080" cy="347472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68580" cy="347472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828032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0" i="0">
                <a:solidFill>
                  <a:srgbClr val="262B33"/>
                </a:solidFill>
                <a:latin typeface="Aptos"/>
              </a:defRPr>
            </a:pPr>
            <a:r>
              <a:t>Scattered or manually managed information can make it harder to review donor records, check stock by blood group, and organize responses to blood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347472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68580" cy="347472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6362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4828032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62B33"/>
                </a:solidFill>
                <a:latin typeface="Aptos"/>
              </a:defRPr>
            </a:pPr>
            <a:r>
              <a:t>• Store donor information consistently</a:t>
            </a:r>
          </a:p>
          <a:p>
            <a:pPr>
              <a:spcAft>
                <a:spcPts val="700"/>
              </a:spcAft>
              <a:defRPr sz="1700" b="0" i="0">
                <a:solidFill>
                  <a:srgbClr val="262B33"/>
                </a:solidFill>
                <a:latin typeface="Aptos"/>
              </a:defRPr>
            </a:pPr>
            <a:r>
              <a:t>• Demonstrate simple input validation</a:t>
            </a:r>
          </a:p>
          <a:p>
            <a:pPr>
              <a:spcAft>
                <a:spcPts val="700"/>
              </a:spcAft>
              <a:defRPr sz="1700" b="0" i="0">
                <a:solidFill>
                  <a:srgbClr val="262B33"/>
                </a:solidFill>
                <a:latin typeface="Aptos"/>
              </a:defRPr>
            </a:pPr>
            <a:r>
              <a:t>• Display stock by blood group</a:t>
            </a:r>
          </a:p>
          <a:p>
            <a:pPr>
              <a:spcAft>
                <a:spcPts val="700"/>
              </a:spcAft>
              <a:defRPr sz="1700" b="0" i="0">
                <a:solidFill>
                  <a:srgbClr val="262B33"/>
                </a:solidFill>
                <a:latin typeface="Aptos"/>
              </a:defRPr>
            </a:pPr>
            <a:r>
              <a:t>• Search records for possible matches</a:t>
            </a:r>
          </a:p>
          <a:p>
            <a:pPr>
              <a:spcAft>
                <a:spcPts val="700"/>
              </a:spcAft>
              <a:defRPr sz="1700" b="0" i="0">
                <a:solidFill>
                  <a:srgbClr val="262B33"/>
                </a:solidFill>
                <a:latin typeface="Aptos"/>
              </a:defRPr>
            </a:pPr>
            <a:r>
              <a:t>• Apply Java CO1–CO6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690A14"/>
                </a:solidFill>
                <a:latin typeface="Aptos"/>
              </a:defRPr>
            </a:pPr>
            <a:r>
              <a:t>Design focus: clarity, modularity, and an easy-to-follow console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How It Works — Functional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 i="0">
                <a:solidFill>
                  <a:srgbClr val="AE1823"/>
                </a:solidFill>
                <a:latin typeface="Aptos"/>
              </a:defRPr>
            </a:pPr>
            <a:r>
              <a:t>A blood-request scenario, step by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828800" cy="2148840"/>
          </a:xfrm>
          <a:prstGeom prst="roundRect">
            <a:avLst>
              <a:gd name="adj" fmla="val 12000"/>
            </a:avLst>
          </a:prstGeom>
          <a:solidFill>
            <a:srgbClr val="FFEFF0"/>
          </a:solidFill>
          <a:ln>
            <a:solidFill>
              <a:srgbClr val="F2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97280" y="15544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640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23160"/>
            <a:ext cx="16093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690A14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26080"/>
            <a:ext cx="1609344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 i="0">
                <a:solidFill>
                  <a:srgbClr val="262B33"/>
                </a:solidFill>
                <a:latin typeface="Aptos"/>
              </a:defRPr>
            </a:pPr>
            <a:r>
              <a:t>User selects an operation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743200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E18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965960"/>
            <a:ext cx="1828800" cy="2148840"/>
          </a:xfrm>
          <a:prstGeom prst="roundRect">
            <a:avLst>
              <a:gd name="adj" fmla="val 12000"/>
            </a:avLst>
          </a:prstGeom>
          <a:solidFill>
            <a:srgbClr val="FFEFF0"/>
          </a:solidFill>
          <a:ln>
            <a:solidFill>
              <a:srgbClr val="F2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29000" y="15544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1691640"/>
            <a:ext cx="640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423160"/>
            <a:ext cx="16093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690A14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2926080"/>
            <a:ext cx="1609344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 i="0">
                <a:solidFill>
                  <a:srgbClr val="262B33"/>
                </a:solidFill>
                <a:latin typeface="Aptos"/>
              </a:defRPr>
            </a:pPr>
            <a:r>
              <a:t>Donor details are entered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743200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E18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1965960"/>
            <a:ext cx="1828800" cy="2148840"/>
          </a:xfrm>
          <a:prstGeom prst="roundRect">
            <a:avLst>
              <a:gd name="adj" fmla="val 12000"/>
            </a:avLst>
          </a:prstGeom>
          <a:solidFill>
            <a:srgbClr val="FFEFF0"/>
          </a:solidFill>
          <a:ln>
            <a:solidFill>
              <a:srgbClr val="F2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60720" y="15544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691640"/>
            <a:ext cx="640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423160"/>
            <a:ext cx="16093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690A14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926080"/>
            <a:ext cx="1609344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 i="0">
                <a:solidFill>
                  <a:srgbClr val="262B33"/>
                </a:solidFill>
                <a:latin typeface="Aptos"/>
              </a:defRPr>
            </a:pPr>
            <a:r>
              <a:t>Required blood group is entered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2743200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E18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965960"/>
            <a:ext cx="1828800" cy="2148840"/>
          </a:xfrm>
          <a:prstGeom prst="roundRect">
            <a:avLst>
              <a:gd name="adj" fmla="val 12000"/>
            </a:avLst>
          </a:prstGeom>
          <a:solidFill>
            <a:srgbClr val="FFEFF0"/>
          </a:solidFill>
          <a:ln>
            <a:solidFill>
              <a:srgbClr val="F2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92440" y="15544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1691640"/>
            <a:ext cx="640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7" y="2423160"/>
            <a:ext cx="16093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690A1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7" y="2926080"/>
            <a:ext cx="1609344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 i="0">
                <a:solidFill>
                  <a:srgbClr val="262B33"/>
                </a:solidFill>
                <a:latin typeface="Aptos"/>
              </a:defRPr>
            </a:pPr>
            <a:r>
              <a:t>Inventory and records are searched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2743200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AE18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1965960"/>
            <a:ext cx="1828800" cy="2148840"/>
          </a:xfrm>
          <a:prstGeom prst="roundRect">
            <a:avLst>
              <a:gd name="adj" fmla="val 12000"/>
            </a:avLst>
          </a:prstGeom>
          <a:solidFill>
            <a:srgbClr val="FFEFF0"/>
          </a:solidFill>
          <a:ln>
            <a:solidFill>
              <a:srgbClr val="F2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24160" y="15544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24160" y="1691640"/>
            <a:ext cx="640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2423160"/>
            <a:ext cx="16093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690A1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2926080"/>
            <a:ext cx="1609344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 i="0">
                <a:solidFill>
                  <a:srgbClr val="262B33"/>
                </a:solidFill>
                <a:latin typeface="Aptos"/>
              </a:defRPr>
            </a:pPr>
            <a:r>
              <a:t>Available match or status is displayed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8" y="4754880"/>
            <a:ext cx="10332720" cy="1124712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8388" y="4754880"/>
            <a:ext cx="68580" cy="112471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15568" y="4901184"/>
            <a:ext cx="9966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5312664"/>
            <a:ext cx="99486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 i="0">
                <a:solidFill>
                  <a:srgbClr val="262B33"/>
                </a:solidFill>
                <a:latin typeface="Aptos"/>
              </a:defRPr>
            </a:pPr>
            <a:r>
              <a:t>Conditions and loops guide the menu, search donor records, and check whether the requested group appears in inventory.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CO1 — Basics, Data &amp; Console I/O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CO1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16636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68580" cy="219456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721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JAVA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478231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Primitive data types and variables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Expressions and calculations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Scanner input and console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25780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7218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PROJECT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83664"/>
            <a:ext cx="487375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Collect donor ID, name, blood group, age, weight, and units donated; calculate an illustrative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0480"/>
            <a:ext cx="10561320" cy="1572768"/>
          </a:xfrm>
          <a:prstGeom prst="roundRect">
            <a:avLst>
              <a:gd name="adj" fmla="val 12000"/>
            </a:avLst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1019556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int age = 18;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double weightKg = 65.0;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int unitsDonated = 1;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int volumeMl = unitsDonated * 450;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System.out.println("Volume: " + volumeMl + " ml");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1">
                <a:solidFill>
                  <a:srgbClr val="646A74"/>
                </a:solidFill>
                <a:latin typeface="Aptos"/>
              </a:defRPr>
            </a:pPr>
            <a:r>
              <a:t>This example illustrates the concept used in the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CO2 — Selection &amp; Iteration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CO2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16636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721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JAVA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478231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if / else conditions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switch menu choices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while and for loops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Clear termination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25780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7218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PROJECT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83664"/>
            <a:ext cx="487375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Create a repeating menu for donor registration, stock viewing, and exit; handle valid and invalid choices.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0480"/>
            <a:ext cx="10579608" cy="1828800"/>
          </a:xfrm>
          <a:prstGeom prst="roundRect">
            <a:avLst>
              <a:gd name="adj" fmla="val 12000"/>
            </a:avLst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1019556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while (choice != 3) {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System.out.println("1. Register donor");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System.out.println("2. View blood stock");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System.out.println("3. Exit");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choice = sc.nextInt();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1">
                <a:solidFill>
                  <a:srgbClr val="646A74"/>
                </a:solidFill>
                <a:latin typeface="Aptos"/>
              </a:defRPr>
            </a:pPr>
            <a:r>
              <a:t>This example illustrates the concept used in the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CO3 — Methods, Recursion &amp; Arrays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CO3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16636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68580" cy="219456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721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JAVA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478231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Reusable methods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One-dimensional and two-dimensional arrays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Processing patterns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Recursion as a problem-solving technique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25780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7218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PROJECT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83664"/>
            <a:ext cx="487375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Methods separate tasks; arrays can store blood-group labels and stock counts. Recursion is a course concept and need not be forced into every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0480"/>
            <a:ext cx="10561320" cy="1572768"/>
          </a:xfrm>
          <a:prstGeom prst="roundRect">
            <a:avLst>
              <a:gd name="adj" fmla="val 12000"/>
            </a:avLst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1019556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rPr dirty="0"/>
              <a:t>String[] groups = {"A+", "B+", "O+", "AB+"};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rPr dirty="0"/>
              <a:t>int[] stock = {50, 40, 40, 60};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</a:t>
            </a:r>
            <a:r>
              <a:rPr dirty="0" err="1"/>
              <a:t>groups.length</a:t>
            </a:r>
            <a:r>
              <a:rPr dirty="0"/>
              <a:t>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System.out.println</a:t>
            </a:r>
            <a:r>
              <a:rPr dirty="0"/>
              <a:t>(groups[</a:t>
            </a:r>
            <a:r>
              <a:rPr dirty="0" err="1"/>
              <a:t>i</a:t>
            </a:r>
            <a:r>
              <a:rPr dirty="0"/>
              <a:t>] + ": " + stock[</a:t>
            </a:r>
            <a:r>
              <a:rPr dirty="0" err="1"/>
              <a:t>i</a:t>
            </a:r>
            <a:r>
              <a:rPr dirty="0"/>
              <a:t>]);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1">
                <a:solidFill>
                  <a:srgbClr val="646A74"/>
                </a:solidFill>
                <a:latin typeface="Aptos"/>
              </a:defRPr>
            </a:pPr>
            <a:r>
              <a:t>This example illustrates the concept used in the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CO4 — Classes, Objects &amp; Exceptions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CO4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16636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721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JAVA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478231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Classes, objects, and constructors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Encapsulation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Object relationships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Exception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25780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7218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PROJECT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83664"/>
            <a:ext cx="487375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A Donor class represents a donor record; a BloodBank class manages donors and stock.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0480"/>
            <a:ext cx="10744200" cy="2226564"/>
          </a:xfrm>
          <a:prstGeom prst="roundRect">
            <a:avLst>
              <a:gd name="adj" fmla="val 12000"/>
            </a:avLst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858768"/>
            <a:ext cx="1019556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class Donor {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private String donorId;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private String name;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private String bloodGroup;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Donor(String id, String n, String group) {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    donorId = id; name = n; bloodGroup = group;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614248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1">
                <a:solidFill>
                  <a:srgbClr val="646A74"/>
                </a:solidFill>
                <a:latin typeface="Aptos"/>
              </a:defRPr>
            </a:pPr>
            <a:r>
              <a:rPr dirty="0"/>
              <a:t>This example illustrates the concept used in the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CO5 — Strings, Search, Sort &amp;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CO5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16636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68580" cy="219456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721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JAVA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478231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String and StringBuilder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String comparison and formatting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Searching and sorting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File input/output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25780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7218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PROJECT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83664"/>
            <a:ext cx="487375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Search by donor ID or blood group, format names consistently, and use file I/O to preserve records when implemented.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9624"/>
            <a:ext cx="10561320" cy="1691640"/>
          </a:xfrm>
          <a:prstGeom prst="roundRect">
            <a:avLst>
              <a:gd name="adj" fmla="val 12000"/>
            </a:avLst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1019556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String requestedGroup = "A+";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if (donorGroup.equalsIgnoreCase(requestedGroup)) {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System.out.println("Blood group matches");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// File I/O can save records between runs.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1">
                <a:solidFill>
                  <a:srgbClr val="646A74"/>
                </a:solidFill>
                <a:latin typeface="Aptos"/>
              </a:defRPr>
            </a:pPr>
            <a:r>
              <a:t>This example illustrates the concept used in the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CO6 — Collections, Lambdas &amp; Streams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CO6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16636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721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JAVA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478231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ArrayList and HashMap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Functional interfaces and lambdas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• Stream filtering and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257800" cy="21945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68580" cy="21945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7218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PROJECT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83664"/>
            <a:ext cx="4873752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Collections can store a changing list of donors; streams can filter records by a requested blood group.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0480"/>
            <a:ext cx="10561320" cy="1691640"/>
          </a:xfrm>
          <a:prstGeom prst="roundRect">
            <a:avLst>
              <a:gd name="adj" fmla="val 12000"/>
            </a:avLst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1019556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ArrayList&lt;Donor&gt; donors = new ArrayList&lt;&gt;();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// Example stream idea: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donors.stream()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.filter(d -&gt; d.getBloodGroup().equals("A+"))</a:t>
            </a:r>
          </a:p>
          <a:p>
            <a:pPr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.forEach(d -&gt; System.out.println(d.getName()));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 i="1">
                <a:solidFill>
                  <a:srgbClr val="646A74"/>
                </a:solidFill>
                <a:latin typeface="Aptos"/>
              </a:defRPr>
            </a:pPr>
            <a:r>
              <a:t>This example illustrates the concept used in the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Integrated Project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46120" cy="19659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8580" cy="196596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55063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CONSOLE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66543"/>
            <a:ext cx="2862072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62B33"/>
                </a:solidFill>
                <a:latin typeface="Aptos"/>
              </a:defRPr>
            </a:pPr>
            <a:r>
              <a:t>User choices</a:t>
            </a:r>
          </a:p>
          <a:p>
            <a:pPr>
              <a:spcAft>
                <a:spcPts val="700"/>
              </a:spcAft>
              <a:defRPr sz="1700" b="0" i="0">
                <a:solidFill>
                  <a:srgbClr val="262B33"/>
                </a:solidFill>
                <a:latin typeface="Aptos"/>
              </a:defRPr>
            </a:pPr>
            <a:r>
              <a:t>Inputs and messages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246120" cy="19659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508760"/>
            <a:ext cx="68580" cy="196596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655063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APPLICATION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66543"/>
            <a:ext cx="2862072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Validation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Search and matching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Stock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08760"/>
            <a:ext cx="3246120" cy="196596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68580" cy="1965960"/>
          </a:xfrm>
          <a:prstGeom prst="rect">
            <a:avLst/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1655063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DATA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66543"/>
            <a:ext cx="2862072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Donor objects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Blood-group inventory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Optional text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214884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400" b="1" i="0">
                <a:solidFill>
                  <a:srgbClr val="AE18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14884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400" b="1" i="0">
                <a:solidFill>
                  <a:srgbClr val="AE18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160520"/>
            <a:ext cx="10149840" cy="1051560"/>
          </a:xfrm>
          <a:prstGeom prst="roundRect">
            <a:avLst>
              <a:gd name="adj" fmla="val 12000"/>
            </a:avLst>
          </a:prstGeom>
          <a:solidFill>
            <a:srgbClr val="FFEFF0"/>
          </a:solidFill>
          <a:ln>
            <a:solidFill>
              <a:srgbClr val="FF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4407408"/>
            <a:ext cx="96926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690A14"/>
                </a:solidFill>
                <a:latin typeface="Aptos"/>
              </a:defRPr>
            </a:pPr>
            <a:r>
              <a:t>Integration connects the six course-outcome concepts into one menu-driven application with reusable methods and clear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Core 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370332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8580" cy="342900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6362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DONOR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4782312" cy="2770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Donor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──────────────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- donorId : String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- name : String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- bloodGroup : String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- age : int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- weightKg : double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──────────────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+ getters / display()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370332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8580" cy="342900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56362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BLOOD BANK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75104"/>
            <a:ext cx="4782312" cy="2770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BloodBank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──────────────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- donors : collection of Donor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- stockByGroup : array or map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──────────────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+ registerDonor()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+ displayStock()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+ findMatches()</a:t>
            </a:r>
          </a:p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+ updateStock()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 i="1">
                <a:solidFill>
                  <a:srgbClr val="646A74"/>
                </a:solidFill>
                <a:latin typeface="Aptos"/>
              </a:defRPr>
            </a:pPr>
            <a:r>
              <a:t>Private fields and clear class responsibilities support encapsulation and maintainable code.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5F5D3E4-5BD2-E865-2E23-F884D81CC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874"/>
            <a:ext cx="12192000" cy="68506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Donor Matching — Demonstration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108960" cy="228600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8580" cy="228600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6362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2724912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262B33"/>
                </a:solidFill>
                <a:latin typeface="Aptos"/>
              </a:defRPr>
            </a:pPr>
            <a:r>
              <a:t>Requested blood group</a:t>
            </a:r>
          </a:p>
          <a:p>
            <a:pPr>
              <a:spcAft>
                <a:spcPts val="700"/>
              </a:spcAft>
              <a:defRPr sz="1800" b="0" i="0">
                <a:solidFill>
                  <a:srgbClr val="262B33"/>
                </a:solidFill>
                <a:latin typeface="Aptos"/>
              </a:defRPr>
            </a:pPr>
            <a:r>
              <a:t>(e.g., O+)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108960" cy="228600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68580" cy="228600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56362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75104"/>
            <a:ext cx="2724912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262B33"/>
                </a:solidFill>
                <a:latin typeface="Aptos"/>
              </a:defRPr>
            </a:pPr>
            <a:r>
              <a:t>Compare with stored</a:t>
            </a:r>
          </a:p>
          <a:p>
            <a:pPr>
              <a:spcAft>
                <a:spcPts val="700"/>
              </a:spcAft>
              <a:defRPr sz="1800" b="0" i="0">
                <a:solidFill>
                  <a:srgbClr val="262B33"/>
                </a:solidFill>
                <a:latin typeface="Aptos"/>
              </a:defRPr>
            </a:pPr>
            <a:r>
              <a:t>records and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3108960" cy="228600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417320"/>
            <a:ext cx="68580" cy="2286000"/>
          </a:xfrm>
          <a:prstGeom prst="rect">
            <a:avLst/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22208" y="156362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975104"/>
            <a:ext cx="2724912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262B33"/>
                </a:solidFill>
                <a:latin typeface="Aptos"/>
              </a:defRPr>
            </a:pPr>
            <a:r>
              <a:t>Display possible records</a:t>
            </a:r>
          </a:p>
          <a:p>
            <a:pPr>
              <a:spcAft>
                <a:spcPts val="700"/>
              </a:spcAft>
              <a:defRPr sz="1800" b="0" i="0">
                <a:solidFill>
                  <a:srgbClr val="262B33"/>
                </a:solidFill>
                <a:latin typeface="Aptos"/>
              </a:defRPr>
            </a:pPr>
            <a:r>
              <a:t>or “Not available”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286000"/>
            <a:ext cx="411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 i="0">
                <a:solidFill>
                  <a:srgbClr val="AE18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86000"/>
            <a:ext cx="411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 i="0">
                <a:solidFill>
                  <a:srgbClr val="AE18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251960"/>
            <a:ext cx="10424160" cy="960120"/>
          </a:xfrm>
          <a:prstGeom prst="roundRect">
            <a:avLst>
              <a:gd name="adj" fmla="val 12000"/>
            </a:avLst>
          </a:prstGeom>
          <a:solidFill>
            <a:srgbClr val="FFEFF0"/>
          </a:solidFill>
          <a:ln>
            <a:solidFill>
              <a:srgbClr val="FF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60"/>
            <a:ext cx="9966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690A14"/>
                </a:solidFill>
                <a:latin typeface="Aptos"/>
              </a:defRPr>
            </a:pPr>
            <a:r>
              <a:t>The program demonstrates record matching only. Actual donor suitability and blood compatibility must be confirmed by qualified blood-bank professionals.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FF9414-849C-10C1-9070-9AFABD5E3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01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44200" cy="457200"/>
          </a:xfrm>
          <a:prstGeom prst="roundRect">
            <a:avLst>
              <a:gd name="adj" fmla="val 12000"/>
            </a:avLst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1463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8132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4480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EXPECTED BEHAVIOUR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10744200" cy="54864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B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048256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 i="0">
                <a:solidFill>
                  <a:srgbClr val="AE1823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48256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Choose each menu 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48256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Correct action or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78608"/>
            <a:ext cx="10744200" cy="548640"/>
          </a:xfrm>
          <a:prstGeom prst="roundRect">
            <a:avLst>
              <a:gd name="adj" fmla="val 12000"/>
            </a:avLst>
          </a:prstGeom>
          <a:solidFill>
            <a:srgbClr val="FFF8F8"/>
          </a:solidFill>
          <a:ln>
            <a:solidFill>
              <a:srgbClr val="EB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706624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 i="0">
                <a:solidFill>
                  <a:srgbClr val="AE182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706624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Enter unexpected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06624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Handle input safely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36976"/>
            <a:ext cx="10744200" cy="54864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B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36499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 i="0">
                <a:solidFill>
                  <a:srgbClr val="AE1823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364992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Display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64992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Show each blood group clearly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95344"/>
            <a:ext cx="10744200" cy="548640"/>
          </a:xfrm>
          <a:prstGeom prst="roundRect">
            <a:avLst>
              <a:gd name="adj" fmla="val 12000"/>
            </a:avLst>
          </a:prstGeom>
          <a:solidFill>
            <a:srgbClr val="FFF8F8"/>
          </a:solidFill>
          <a:ln>
            <a:solidFill>
              <a:srgbClr val="EB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023359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 i="0">
                <a:solidFill>
                  <a:srgbClr val="AE1823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023359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Try present and absent groups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59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Show matches or no-match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553712"/>
            <a:ext cx="10744200" cy="54864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B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681728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 i="0">
                <a:solidFill>
                  <a:srgbClr val="AE1823"/>
                </a:solidFill>
                <a:latin typeface="Aptos"/>
              </a:defRPr>
            </a:pPr>
            <a:r>
              <a:t>Termination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681728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Select Exit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81728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262B33"/>
                </a:solidFill>
                <a:latin typeface="Aptos"/>
              </a:defRPr>
            </a:pPr>
            <a:r>
              <a:t>Program stops cleanly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25A4456-D980-504B-C536-CF1A2FBD8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46" y="0"/>
            <a:ext cx="1227269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789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690A14"/>
                </a:solidFill>
                <a:latin typeface="Aptos"/>
              </a:defRPr>
            </a:pPr>
            <a:r>
              <a:t>Sample Console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78408"/>
            <a:ext cx="1005840" cy="50292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393192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AE1823"/>
                </a:solidFill>
                <a:latin typeface="Aptos"/>
              </a:defRPr>
            </a:pPr>
            <a:r>
              <a:t>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473952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 i="0">
                <a:solidFill>
                  <a:srgbClr val="646A74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 i="0">
                <a:solidFill>
                  <a:srgbClr val="AE1823"/>
                </a:solidFill>
                <a:latin typeface="Aptos"/>
              </a:defRPr>
            </a:pPr>
            <a:r>
              <a:t>Example of how the inventory option can appear in the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6858000" cy="4604004"/>
          </a:xfrm>
          <a:prstGeom prst="roundRect">
            <a:avLst>
              <a:gd name="adj" fmla="val 12000"/>
            </a:avLst>
          </a:prstGeom>
          <a:solidFill>
            <a:srgbClr val="690A14"/>
          </a:solidFill>
          <a:ln>
            <a:solidFill>
              <a:srgbClr val="69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38325"/>
            <a:ext cx="6492240" cy="4023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  BLOOD BANK INVENTORY &amp; DONOR MATCHER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1. Register Donor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2. View Blood Stock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3. Find Donor Match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4. Exit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Enter choice: 2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Current Blood Stock (sample data)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A+  : 50 units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B+  : 40 units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O+  : 40 units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AB+ : 60 units</a:t>
            </a:r>
          </a:p>
          <a:p>
            <a:pPr>
              <a:spcAft>
                <a:spcPts val="7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Total: 190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65960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38160" y="1965960"/>
            <a:ext cx="68580" cy="1691640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2112264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INVENTORY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523744"/>
            <a:ext cx="2770632" cy="10332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The menu displays blood-group stock counts in a simple, readable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977639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8F9FB"/>
          </a:solidFill>
          <a:ln>
            <a:solidFill>
              <a:srgbClr val="E8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3977639"/>
            <a:ext cx="68580" cy="1691640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4123944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 i="0">
                <a:solidFill>
                  <a:srgbClr val="690A14"/>
                </a:solidFill>
                <a:latin typeface="Aptos"/>
              </a:defRPr>
            </a:pPr>
            <a:r>
              <a:t>MATCHING 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4535424"/>
            <a:ext cx="2770632" cy="10332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 i="0">
                <a:solidFill>
                  <a:srgbClr val="262B33"/>
                </a:solidFill>
                <a:latin typeface="Aptos"/>
              </a:defRPr>
            </a:pPr>
            <a:r>
              <a:t>A request can be checked against available records and inventory.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8BE655-C08D-0713-1ED1-7251B7F31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159"/>
            <a:ext cx="12192000" cy="691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71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C2D36"/>
          </a:solidFill>
          <a:ln>
            <a:solidFill>
              <a:srgbClr val="CC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40680" y="914400"/>
            <a:ext cx="1280160" cy="1280160"/>
          </a:xfrm>
          <a:prstGeom prst="ellipse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5623560" y="228600"/>
            <a:ext cx="914400" cy="1234440"/>
          </a:xfrm>
          <a:prstGeom prst="triangle">
            <a:avLst/>
          </a:prstGeom>
          <a:solidFill>
            <a:srgbClr val="AE1823"/>
          </a:solidFill>
          <a:ln>
            <a:solidFill>
              <a:srgbClr val="AE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2514600"/>
            <a:ext cx="8321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8503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 i="0">
                <a:solidFill>
                  <a:srgbClr val="FFDCDE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4114800"/>
            <a:ext cx="1737360" cy="45720"/>
          </a:xfrm>
          <a:prstGeom prst="rect">
            <a:avLst/>
          </a:prstGeom>
          <a:solidFill>
            <a:srgbClr val="FFA5AA"/>
          </a:solidFill>
          <a:ln>
            <a:solidFill>
              <a:srgbClr val="FFA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0" i="0">
                <a:solidFill>
                  <a:srgbClr val="FFFFFF"/>
                </a:solidFill>
                <a:latin typeface="Aptos"/>
              </a:defRPr>
            </a:pPr>
            <a:r>
              <a:t>N. Joshi  •  Maahir  •  Krishna Chaitanya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074920"/>
            <a:ext cx="8503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 i="0">
                <a:solidFill>
                  <a:srgbClr val="FFDCDE"/>
                </a:solidFill>
                <a:latin typeface="Aptos"/>
              </a:defRPr>
            </a:pPr>
            <a:r>
              <a:t>KL Deemed to be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1411</Words>
  <Application>Microsoft Office PowerPoint</Application>
  <PresentationFormat>Widescreen</PresentationFormat>
  <Paragraphs>274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Bank Inventory &amp; Donor Matcher</dc:title>
  <dc:subject>Java Project Presentation - CO1 to CO6</dc:subject>
  <dc:creator>N. Joshi, Maahir, Krishna Chaitanya</dc:creator>
  <cp:keywords/>
  <dc:description>generated using python-pptx</dc:description>
  <cp:lastModifiedBy>joshiteamwork@outlook.com</cp:lastModifiedBy>
  <cp:revision>3</cp:revision>
  <dcterms:created xsi:type="dcterms:W3CDTF">2013-01-27T09:14:16Z</dcterms:created>
  <dcterms:modified xsi:type="dcterms:W3CDTF">2026-10-16T02:06:52Z</dcterms:modified>
  <cp:category/>
</cp:coreProperties>
</file>